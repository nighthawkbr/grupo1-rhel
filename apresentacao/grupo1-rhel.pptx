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9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Silva" userId="5616abe8f6ed8817" providerId="LiveId" clId="{20935BEE-1560-408C-9342-A3E89CC87949}"/>
    <pc:docChg chg="undo custSel modSld">
      <pc:chgData name="Matheus Silva" userId="5616abe8f6ed8817" providerId="LiveId" clId="{20935BEE-1560-408C-9342-A3E89CC87949}" dt="2026-09-23T23:20:24.416" v="377" actId="20577"/>
      <pc:docMkLst>
        <pc:docMk/>
      </pc:docMkLst>
      <pc:sldChg chg="modSp mod">
        <pc:chgData name="Matheus Silva" userId="5616abe8f6ed8817" providerId="LiveId" clId="{20935BEE-1560-408C-9342-A3E89CC87949}" dt="2026-09-23T23:20:24.416" v="377" actId="20577"/>
        <pc:sldMkLst>
          <pc:docMk/>
          <pc:sldMk cId="0" sldId="256"/>
        </pc:sldMkLst>
        <pc:spChg chg="mod">
          <ac:chgData name="Matheus Silva" userId="5616abe8f6ed8817" providerId="LiveId" clId="{20935BEE-1560-408C-9342-A3E89CC87949}" dt="2026-09-23T23:20:24.416" v="37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theus Silva" userId="5616abe8f6ed8817" providerId="LiveId" clId="{20935BEE-1560-408C-9342-A3E89CC87949}" dt="2026-09-23T23:19:40.636" v="372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38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4688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Hat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Enterprise Linux 10.2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segura, LVM sobre LUKS, SSH endurecido e automação em Shell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343400"/>
            <a:ext cx="11055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Matheus Silva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572335 |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Davi Almeida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569447 |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Gabriel de Oliveira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569695 |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Melquem Lameque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573428 |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João Vitor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568847 |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Nicolas Quadrelli </a:t>
            </a:r>
            <a:r>
              <a:rPr lang="en-US" sz="1500" dirty="0">
                <a:solidFill>
                  <a:srgbClr val="C9CDD1"/>
                </a:solidFill>
                <a:latin typeface="Calibri" pitchFamily="34" charset="0"/>
                <a:cs typeface="Calibri" pitchFamily="34" charset="-120"/>
              </a:rPr>
              <a:t>– RM: 568869 |</a:t>
            </a:r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Linux · Segurança Cibernética · FIAP · 2026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Fábio Pires   ·   Turma: 1TDCPF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blocos em trinta minutos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728216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1520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6002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o RHEL — e o que se compra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158984" y="1600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350008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31520" y="2478024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3500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de particionamento e por quê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158984" y="23500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099816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31520" y="3227832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3152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30998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com LVM sobre LUKS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158984" y="309981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3849624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31520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384962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fora do padrão — e pós-quântico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0158984" y="384962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4599432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31520" y="4727448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731520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459943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ssh-audit-harden.sh em ação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0158984" y="459943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534924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31520" y="5477256"/>
            <a:ext cx="402336" cy="40233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731520" y="5477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44168" y="53492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 para vocês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0158984" y="53492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A HISTÓRIA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 catálogo de software a US$ 34 bilhões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nome: o boné vermelho de lacrosse da Cornell que Marc Ewing usava na Carnegie Mellon.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56578" y="2788920"/>
            <a:ext cx="9475797" cy="0"/>
          </a:xfrm>
          <a:prstGeom prst="line">
            <a:avLst/>
          </a:prstGeom>
          <a:noFill/>
          <a:ln w="25400">
            <a:solidFill>
              <a:srgbClr val="C9CD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55994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94944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Young abre a ACC Corporation, um catálogo de software Linux e Unix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146227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5293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274243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Ewing lança sua própria distribuição e a batiza de Red Hat Linux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725527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14593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853543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compra o negócio de Ewing: nasce a Red Hat Software. Chega o RPM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04826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93892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432842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capital, com uma das maiores altas de estreia de Wall Street até então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84126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518327" y="2633472"/>
            <a:ext cx="310896" cy="3108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29846" y="3108960"/>
            <a:ext cx="1487859" cy="1691640"/>
          </a:xfrm>
          <a:prstGeom prst="roundRect">
            <a:avLst>
              <a:gd name="adj" fmla="val 4917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012142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Linux Advanced Server, logo rebatizado RHEL: o produto vira assinatura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63425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52491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591441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Red Hat Linux gratuito; a comunidade segue como Fedora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042725" y="2011680"/>
            <a:ext cx="1579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731790" y="2688336"/>
            <a:ext cx="201168" cy="20116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10170741" y="3200400"/>
            <a:ext cx="132326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IBM conclui a compra por US$ 34 bi; a Red Hat segue como subsidiária independente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5504688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41248" y="5504688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 de 2002: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continua aberto; o que passa a ser vendido é a versão estável com suporte.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A HISTÓRIA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família, três papéis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95528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Fedora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0756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Comunidade. Onde a novidade entra primeiro; versão nova a cada ~6 meses.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1554480"/>
            <a:ext cx="4526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402836" y="15544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631436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CentOS Stream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31436" y="20756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contínua da próxima versão do RHEL. Aberta a contribuições.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86116" y="1554480"/>
            <a:ext cx="4526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238744" y="15544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BE9E9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467344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RHEL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0756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estável: 10 anos de ciclo, suporte, certificação e errata.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08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clones gratuitos?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5661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56616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CentOS: RHEL recompilado a partir do código-fonte, sem a marca e sem suporte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15137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151376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CentOS passa a ser patrocinado pela Red Hat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7365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736592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Dezembro: CentOS Linux vai acabar em 2021; o foco vira o Stream. Surgem Rocky Linux e AlmaLinux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32180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532180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Junho: o código-fonte público ligado ao RHEL passa a sair só pelo CentOS Stream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18120" y="3108960"/>
            <a:ext cx="3803904" cy="2514600"/>
          </a:xfrm>
          <a:prstGeom prst="roundRect">
            <a:avLst>
              <a:gd name="adj" fmla="val 2909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04672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RHEL 10 · maio de 2025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7490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Codinome Coughlan. Segundo a Red Hat, a primeira distribuição corporativa com a criptografia pós-quântica padronizada pelo NIST.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o 10.2 — e testamos essa promessa no bloco 4.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DISTRIBUIÇÃO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código é aberto, o que se compra?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86968" y="2148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licença de uso.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3017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contrato de serviço continuado.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4206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servidor, sem registro: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há repositórios habilitados".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dele: 147 pacotes e 3 chaves GPG.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5724144" cy="960120"/>
          </a:xfrm>
          <a:prstGeom prst="roundRect">
            <a:avLst>
              <a:gd name="adj" fmla="val 761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510528" y="17282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Errata testada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RHSA · RHBA · RHEA entregues pelo repositório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2679192"/>
            <a:ext cx="5724144" cy="960120"/>
          </a:xfrm>
          <a:prstGeom prst="roundRect">
            <a:avLst>
              <a:gd name="adj" fmla="val 761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26480" y="3044952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510528" y="2807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com SLA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Self-support · Standard · Premium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3758184"/>
            <a:ext cx="5724144" cy="960120"/>
          </a:xfrm>
          <a:prstGeom prst="roundRect">
            <a:avLst>
              <a:gd name="adj" fmla="val 761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126480" y="4123944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510528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4261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software homologados pelo fornecedor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4837176"/>
            <a:ext cx="5724144" cy="960120"/>
          </a:xfrm>
          <a:prstGeom prst="roundRect">
            <a:avLst>
              <a:gd name="adj" fmla="val 761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126480" y="520293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510528" y="4965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 de PI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53400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Indenização contratual de propriedade intelectual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DISTRIBUIÇÃO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anos não é marketing, é arquitetura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ANOS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Support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correção, </a:t>
            </a:r>
            <a:r>
              <a:rPr lang="en-US" sz="1400" dirty="0" err="1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novo, funcionalidade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57276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7200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ANOS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Support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</a:t>
            </a:r>
            <a:r>
              <a:rPr lang="en-US" sz="1400" dirty="0" err="1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bugs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prioridade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65008" y="1572768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32104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DOS 10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Life Phase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limitado · extensões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(ELC) vão além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11055096" cy="1920240"/>
          </a:xfrm>
          <a:prstGeom prst="roundRect">
            <a:avLst>
              <a:gd name="adj" fmla="val 381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86968" y="3977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Backport: a correção vem, a versão não muda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scanner que compara apenas o número da versão acusa falso positivo em RHEL.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de verdade é o mapeamento CVE → errata da Red Hat.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931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ciclo · RHEL 8, 9 e 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8978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política de ciclo de vida da Red Hat, consultada em &lt;data&gt;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DISTRIBUIÇÃO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Insights: risco em escala — a que preço?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98648" y="160020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2898648" y="16002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30368" y="160020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30368" y="16002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66928" y="2468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98648" y="246888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898648" y="2468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0368" y="246888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230368" y="24688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101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incluídos na subscrição, sem custo adicional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794760"/>
            <a:ext cx="11055096" cy="1920240"/>
          </a:xfrm>
          <a:prstGeom prst="roundRect">
            <a:avLst>
              <a:gd name="adj" fmla="val 381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86968" y="3977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fizemos: o que exatamente sai da máquina?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44805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local do payload antes do envio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Ofuscação de endereço IP e hostname · redação de arquivos e palavras-chave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servidor, o login já dizia: “Register this system with Red Hat Lightspeed”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PARTICIONAMENTO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Desenhado antes de instalar qualquer coisa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2F2F3"/>
          </a:solidFill>
          <a:ln w="12700">
            <a:solidFill>
              <a:srgbClr val="C9CD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68096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sda1 · 1 GB · FAT32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29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/boot/efi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2615184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2F2F3"/>
          </a:solidFill>
          <a:ln w="12700">
            <a:solidFill>
              <a:srgbClr val="C9CDD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68096" y="27249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sda2 · 1 GB · xfs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criptografia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023360"/>
            <a:ext cx="3200400" cy="1353312"/>
          </a:xfrm>
          <a:prstGeom prst="roundRect">
            <a:avLst>
              <a:gd name="adj" fmla="val 540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95528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residual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526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GRUB precisa ler kernel e initramfs antes de existir chave — os dois ficam em claro.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69080" y="1627632"/>
            <a:ext cx="7552944" cy="3749040"/>
          </a:xfrm>
          <a:prstGeom prst="roundRect">
            <a:avLst>
              <a:gd name="adj" fmla="val 1951"/>
            </a:avLst>
          </a:prstGeom>
          <a:solidFill>
            <a:srgbClr val="FBE9E9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315968" y="17556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sda3 · ~58 GB · LUKS2 — container criptografado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15968" y="2148840"/>
            <a:ext cx="705916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526280" y="2240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VG vg_sistema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26060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672584" y="2642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lv_root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72584" y="2889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 · /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3246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672584" y="3282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lv_var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3529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 · /var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8862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4672584" y="3922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lv_varlog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72584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 · /var/log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45262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4672584" y="4562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lv_vartmp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72584" y="4809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 · /var/tmp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1000" y="26060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147304" y="2642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lv_home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47304" y="2889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 · /home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3246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8147304" y="3282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lv_tmp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147304" y="3529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 · /tmp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01000" y="38862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147304" y="3922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lv_swap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47304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 · swap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01000" y="45262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8147304" y="4562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 G LIVRES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147304" y="48097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 emergência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5486400"/>
            <a:ext cx="7552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container · uma passphrase · todo LV novo já nasce criptografado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PARTICIONAMENTO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opção bloqueia um ataque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Opções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 bloqueado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/tmp   /var/tmp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nosuid, noexec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gravado em diretório mundialmente gravável — o vetor mais clássico de escalonamento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comum criando um binário SUID dentro do próprio diretório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/var/log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nodev, nosuid, noexec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de log virando ponto de staging; protege a integridade da trilha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/boot   /var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nodev (+ nosuid no /boot)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 de dados de serviço; proteção da área de boot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257800"/>
            <a:ext cx="11055096" cy="777240"/>
          </a:xfrm>
          <a:prstGeom prst="roundRect">
            <a:avLst>
              <a:gd name="adj" fmla="val 9412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41248" y="5257800"/>
            <a:ext cx="10506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 à mão: o instalador não põe nenhuma dessas opções. E a literatura avisa de um conflito — que testamos no próximo slide.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PARTICIONAMENTO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Testamos. E a prática contradisse a teoria.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68096" y="1792224"/>
            <a:ext cx="50840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20"/>
              </a:lnSpc>
              <a:buNone/>
            </a:pPr>
            <a:r>
              <a:rPr lang="en-US" sz="16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/tmp/teste.sh</a:t>
            </a:r>
            <a:endParaRPr lang="en-US" sz="1600" dirty="0"/>
          </a:p>
          <a:p>
            <a:pPr marL="0" indent="0">
              <a:lnSpc>
                <a:spcPts val="2320"/>
              </a:lnSpc>
              <a:buNone/>
            </a:pPr>
            <a:r>
              <a:rPr lang="en-US" sz="16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Permissão negada</a:t>
            </a:r>
            <a:endParaRPr lang="en-US" sz="1600" dirty="0"/>
          </a:p>
          <a:p>
            <a:pPr marL="0" indent="0">
              <a:lnSpc>
                <a:spcPts val="2320"/>
              </a:lnSpc>
              <a:buNone/>
            </a:pPr>
            <a:endParaRPr lang="en-US" sz="1600" dirty="0"/>
          </a:p>
          <a:p>
            <a:pPr marL="0" indent="0">
              <a:lnSpc>
                <a:spcPts val="2320"/>
              </a:lnSpc>
              <a:buNone/>
            </a:pPr>
            <a:r>
              <a:rPr lang="en-US" sz="16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/tmp/teste.sh</a:t>
            </a:r>
            <a:endParaRPr lang="en-US" sz="1600" dirty="0"/>
          </a:p>
          <a:p>
            <a:pPr marL="0" indent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5221224" cy="2286000"/>
          </a:xfrm>
          <a:prstGeom prst="roundRect">
            <a:avLst>
              <a:gd name="adj" fmla="val 32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675120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noexec impede executar o arquivo.</a:t>
            </a:r>
            <a:endParaRPr lang="en-US" sz="21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impede chamar o interpretador.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 é o bash, que tem permissão — não o arquivo. Controle real, com limite conhecido.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11055096" cy="1600200"/>
          </a:xfrm>
          <a:prstGeom prst="roundRect">
            <a:avLst>
              <a:gd name="adj" fmla="val 457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86968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conflito que a literatura previu — e não aconteceu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avisam: noexec em /var/tmp quebra o dnf.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Testamos: 147 pacotes atualizados + reinstall bash → nenhuma falha. Decisão: manter, com remontagem documentada como contingência.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checkbox separa os dois esquemas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86968" y="1874520"/>
            <a:ext cx="457200" cy="457200"/>
          </a:xfrm>
          <a:prstGeom prst="ellipse">
            <a:avLst/>
          </a:prstGeom>
          <a:solidFill>
            <a:srgbClr val="8A9095"/>
          </a:solidFill>
          <a:ln w="12700">
            <a:solidFill>
              <a:srgbClr val="8A90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6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LUKS sobre LVM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Criptografar marcado em cada volume lógico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26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containers independentes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passphrases no boot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do volume group expostos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04104" cy="3200400"/>
          </a:xfrm>
          <a:prstGeom prst="roundRect">
            <a:avLst>
              <a:gd name="adj" fmla="val 2286"/>
            </a:avLst>
          </a:prstGeom>
          <a:solidFill>
            <a:srgbClr val="FBE9E9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537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LVM sobre LUKS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Criptografar marcado NO GRUPO DE VOLUME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926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container, uma passphrase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LV novo já nasce criptografado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do VG dentro da criptografia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206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conversão simples entre os dois. Errar aqui significa reinstalar.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 em sete decisões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9164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programas: Instalação mínima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27685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49808" y="227685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7685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 — “Criptografar meus dados” some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862072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49808" y="286207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86207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/boot/efi e /boot fora do LUKS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447288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49808" y="344728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4472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volume → Modificar → Criptografar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49808" y="403250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03250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sempre preenchida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617720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49808" y="461772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61772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VG: “Tão grande quanto possível” só no fim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202936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49808" y="520293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70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520293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 sem acento · Sumário de alterações</a:t>
            </a:r>
            <a:endParaRPr lang="en-US" sz="1500" dirty="0"/>
          </a:p>
        </p:txBody>
      </p:sp>
      <p:pic>
        <p:nvPicPr>
          <p:cNvPr id="25" name="Image 0" descr="/home/claude/grupo1-rhel/prints/00-sha256-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91640"/>
            <a:ext cx="5349240" cy="271211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272784" y="4568347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0 — antes de instalar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272784" y="4906675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SHA-256 da ISO calculado no Windows (Get-FileHash) é igual ao publicado no portal da Red Hat.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instalador propõe o contrário</a:t>
            </a:r>
            <a:endParaRPr lang="en-US" sz="3200" dirty="0"/>
          </a:p>
        </p:txBody>
      </p:sp>
      <p:pic>
        <p:nvPicPr>
          <p:cNvPr id="4" name="Image 0" descr="/home/claude/grupo1-rhel/prints/01-proposta-automa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47" y="1645920"/>
            <a:ext cx="5013843" cy="2971800"/>
          </a:xfrm>
          <a:prstGeom prst="rect">
            <a:avLst/>
          </a:prstGeom>
        </p:spPr>
      </p:pic>
      <p:pic>
        <p:nvPicPr>
          <p:cNvPr id="5" name="Image 1" descr="/home/claude/grupo1-rhel/prints/02-erro-alo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37795"/>
            <a:ext cx="5440680" cy="27880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" y="475488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automática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510235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 37 GiB e /home com 18 GiB. Espaço livre: 1,97 MiB. Nada de /tmp, /var ou /var/log separados — nenhuma opção de montagem possível.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81344" y="475488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em branco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181344" y="510235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volume leva o disco inteiro e o seguinte falha: “Não foi possível alocar o esquema de partição solicitado”.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594360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da primeira tentativa (16/09). O esquema final — sete volumes lógicos e ~10 GiB livres no VG — está no slide 8.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prova: um container, o VG dentro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6858000" cy="4069080"/>
          </a:xfrm>
          <a:prstGeom prst="roundRect">
            <a:avLst>
              <a:gd name="adj" fmla="val 1798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68096" y="1792224"/>
            <a:ext cx="6455664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lsblk -f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sda3                     crypto_LUKS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└─luks-abd2ecaa…         crypt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├─vg_sistema-lv_root   /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├─vg_sistema-lv_var    /var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└─… 7 volumes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cryptsetup luksDump /dev/sda3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2 · aes-xts-plain64 · 512 bits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PBKDF argon2id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vgs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vg_sistema  57,98g  VFree 9,98g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getenforce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1645920"/>
            <a:ext cx="3941064" cy="1234440"/>
          </a:xfrm>
          <a:prstGeom prst="roundRect">
            <a:avLst>
              <a:gd name="adj" fmla="val 592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9095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nó crypt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2128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group vive dentro do 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3063240"/>
            <a:ext cx="3941064" cy="1234440"/>
          </a:xfrm>
          <a:prstGeom prst="roundRect">
            <a:avLst>
              <a:gd name="adj" fmla="val 592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9095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LUKS2 · argon2id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6301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em XTS: por isso 512 bits de chave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4480560"/>
            <a:ext cx="3941064" cy="1234440"/>
          </a:xfrm>
          <a:prstGeom prst="roundRect">
            <a:avLst>
              <a:gd name="adj" fmla="val 5926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90956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Enforcing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50474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 ao fim, nunca desligado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KDUMP em automático — com o disco cifrado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41248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848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um crash, o kernel de captura grava a memória em /var/crash — dentro do LUKS. Ninguém digita a senha, e o argon2id pediria ~1,3 GB de reserva em vez de 256 MB.</a:t>
            </a:r>
            <a:endParaRPr lang="en-US" sz="1400" dirty="0"/>
          </a:p>
        </p:txBody>
      </p:sp>
      <p:pic>
        <p:nvPicPr>
          <p:cNvPr id="7" name="Image 0" descr="/home/claude/grupo1-rhel/prints/07-aviso-kd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063240"/>
            <a:ext cx="2743200" cy="58633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67328" y="3063240"/>
            <a:ext cx="1828800" cy="58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do instalador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81344" y="16002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6455664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RHEL 10 configurou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55664" y="20848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boot, o systemd guarda a chave de volume no keyring do kernel. O kdump a reaproveita no kernel de captura: sem digitar senha e sem reservar memória extra para o argon2id.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55664" y="3063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em automático. O dump de um crash é evidência para investigar a falha.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977640"/>
            <a:ext cx="11055096" cy="1417320"/>
          </a:xfrm>
          <a:prstGeom prst="roundRect">
            <a:avLst>
              <a:gd name="adj" fmla="val 5161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768096" y="4123944"/>
            <a:ext cx="10652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kdumpctl status ; sudo kdumpctl showmem</a:t>
            </a:r>
            <a:endParaRPr lang="en-US" sz="1100" dirty="0"/>
          </a:p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kdump: Kdump is operational</a:t>
            </a:r>
            <a:endParaRPr lang="en-US" sz="1100" dirty="0"/>
          </a:p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FFB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kdump: Notice: No vmcore creation test performed!</a:t>
            </a:r>
            <a:endParaRPr lang="en-US" sz="1100" dirty="0"/>
          </a:p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kdump: Reserved 256MB memory for crash kernel</a:t>
            </a:r>
            <a:endParaRPr lang="en-US" sz="1100" dirty="0"/>
          </a:p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/etc/crypttab</a:t>
            </a:r>
            <a:endParaRPr lang="en-US" sz="1100" dirty="0"/>
          </a:p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luks-abd2ecaa… none discard,x-initrd.attach,</a:t>
            </a:r>
            <a:r>
              <a:rPr lang="en-US" sz="1100" dirty="0">
                <a:solidFill>
                  <a:srgbClr val="5CD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link-volume-key=@u::%logon:kdump-cryptsetup:vk-abd2ecaa…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548640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41248" y="5486400"/>
            <a:ext cx="10506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honesto: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crash foi provocado — o próprio kdump avisa. A chave fica na memória reservada, como já fica na do kernel com o disco aberto.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089904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“Support kdump with LUKS encryption by reusing LUKS volume keys” (patches da Red Hat, LWN) · evidências 20-segundo-disco.txt e 32-kdump.txt (23/09)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INSTALAÇÃO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 disco: o ciclo de vida do LVM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luksFormat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76272" y="16916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23160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23160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pvcreate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32504" y="16916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9392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279392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vgextend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88736" y="16916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35624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135624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lvcreate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44968" y="16916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91856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991856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lvextend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16916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48088" y="16916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9848088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xfs_growfs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2542032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 adicionados depois da instalação — também em LUKS2, desbloqueio por arquivo de chave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063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95528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57,98 → 77,96 GiB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com dois volumes físicos cifrados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15968" y="3063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4544568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13 GiB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lv_dados crescido montado e em uso, inteiro no disco novo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65008" y="30632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293608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0,01%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/ ocupado — cópia-na-escrita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5303520"/>
            <a:ext cx="11055096" cy="685800"/>
          </a:xfrm>
          <a:prstGeom prst="roundRect">
            <a:avLst>
              <a:gd name="adj" fmla="val 10667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841248" y="5303520"/>
            <a:ext cx="10506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pvcreate direto em /dev/sdb deixaria um quarto do VG em claro · XFS só cresce: lvreduce em XFS destrói dados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aceita senha e permite root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1005840"/>
          </a:xfrm>
          <a:prstGeom prst="roundRect">
            <a:avLst>
              <a:gd name="adj" fmla="val 7273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86968" y="1645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OpenSSH não vem permissivo por descuido — vem permissivo para funcionar em qualquer lugar.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68096" y="300837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115568" y="27889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ed25519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15968" y="278892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17136" y="300837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864608" y="27889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desabilitada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65008" y="278892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66176" y="300837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613648" y="27889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no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52044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68096" y="373989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1115568" y="35204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6969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15968" y="352044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17136" y="373989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864608" y="35204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SELinux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65008" y="352044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266176" y="373989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8613648" y="35204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AllowGroups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425196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68096" y="447141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1115568" y="4251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MaxAuthTries 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15968" y="425196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517136" y="447141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4864608" y="4251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fora do firewall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65008" y="425196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8266176" y="447141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8613648" y="4251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criptografia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66928" y="498348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68096" y="520293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1115568" y="49834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com limite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315968" y="498348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517136" y="520293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4864608" y="49834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legal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065008" y="4983480"/>
            <a:ext cx="3547872" cy="658368"/>
          </a:xfrm>
          <a:prstGeom prst="roundRect">
            <a:avLst>
              <a:gd name="adj" fmla="val 1111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8266176" y="520293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8613648" y="49834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LogLevel VERBOSE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5870448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do padrão é trabalho manual — e é exatamente esse trabalho que se cobra de um administrador.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não é estilo, é sobrevivência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68096" y="1883664"/>
            <a:ext cx="420624" cy="420624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6809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556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semanage port -a -t ssh_port_t -p tcp 6969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121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rótulo, o sshd não abre a porta com SELinux em Enforcing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633472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68096" y="2871216"/>
            <a:ext cx="420624" cy="420624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68096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74320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--add-rich-rule ... limit value="10/m"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31089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rich rule · serviços ssh e cockpit removidos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21024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68096" y="3858768"/>
            <a:ext cx="420624" cy="420624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68096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37307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6969 em 01-hardening-grupo1.conf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409651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passo — e o 01- no nome importa (bloco 5)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608576"/>
            <a:ext cx="7863840" cy="896112"/>
          </a:xfrm>
          <a:prstGeom prst="roundRect">
            <a:avLst>
              <a:gd name="adj" fmla="val 8163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68096" y="4846320"/>
            <a:ext cx="420624" cy="420624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768096" y="4846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47183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sshd -t &amp;&amp; systemctl restart sshd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50840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antes; restart porque a porta mudou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0" y="1645920"/>
            <a:ext cx="2935224" cy="3968496"/>
          </a:xfrm>
          <a:prstGeom prst="roundRect">
            <a:avLst>
              <a:gd name="adj" fmla="val 249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9154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23774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feche a sessão atual antes de validar a nova em outra sessão.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38404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console do VirtualBox é a via de socorro.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produção, errar é um chamado de madrugada.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testes, três respostas do servidor</a:t>
            </a:r>
            <a:endParaRPr lang="en-US" sz="3200" dirty="0"/>
          </a:p>
        </p:txBody>
      </p:sp>
      <p:pic>
        <p:nvPicPr>
          <p:cNvPr id="4" name="Image 0" descr="/home/claude/grupo1-rhel/prints/03-ssh-chave-e-sen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11055096" cy="29349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626621"/>
            <a:ext cx="3593592" cy="713232"/>
          </a:xfrm>
          <a:prstGeom prst="roundRect">
            <a:avLst>
              <a:gd name="adj" fmla="val 1025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49808" y="4690629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Chave ed25519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4992381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entra; o id mostra o grupo ssh-admins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4626621"/>
            <a:ext cx="3593592" cy="713232"/>
          </a:xfrm>
          <a:prstGeom prst="roundRect">
            <a:avLst>
              <a:gd name="adj" fmla="val 1025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4480560" y="4690629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Senha forçada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4992381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denied, sem pedir senha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28432" y="4626621"/>
            <a:ext cx="3593592" cy="713232"/>
          </a:xfrm>
          <a:prstGeom prst="roundRect">
            <a:avLst>
              <a:gd name="adj" fmla="val 1025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8211312" y="4690629"/>
            <a:ext cx="3227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teste-negado, chave válida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11312" y="4992381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barrado pelo AllowGroups (journal abaixo)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5477013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768096" y="5477013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journal: </a:t>
            </a:r>
            <a:r>
              <a:rPr lang="en-US" sz="12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teste-negado from 192.168.56.1 not allowed because none of user's groups are listed in AllowGroups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SSH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servidor já é pós-quântico?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41248" y="160020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DEFAULT:NO-SHA1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58768" y="160020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no RHEL 10.2 — a DEFAULT já recusa SHA-1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27685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41248" y="227685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58768" y="2276856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só ML-KEM → Windows: no matching key exchange method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953512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41248" y="29535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2953512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oferece mlkem768x25519-sha256 + clássicos → Windows: curve25519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57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— política FUTURE, cliente OpenSSH do Windows:</a:t>
            </a:r>
            <a:endParaRPr lang="en-US" sz="1200" dirty="0"/>
          </a:p>
        </p:txBody>
      </p:sp>
      <p:pic>
        <p:nvPicPr>
          <p:cNvPr id="14" name="Image 0" descr="/home/claude/grupo1-rhel/prints/04-future-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50208"/>
            <a:ext cx="11055096" cy="50128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66928" y="4634372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41248" y="47441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 da sessão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50732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Pós-quântico (ML-KEM, NIST FIPS 203) para clientes que suportam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81344" y="4634372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6455664" y="47441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50732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clássica (ssh-ed25519) — assinatura pós-quântica não está no OpenSSH em produção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59893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DEFAULT — política do sistema, não do serviço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ssh-audit-harden.sh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--audit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sshd -T: 20 diretivas + AllowGroups + 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7200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--apply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01-, backup, sshd -t, reload e confere o resultado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5008" y="16459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32104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--rollback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o último backup e revalida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474720"/>
            <a:ext cx="7863840" cy="2286000"/>
          </a:xfrm>
          <a:prstGeom prst="roundRect">
            <a:avLst>
              <a:gd name="adj" fmla="val 320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86968" y="363931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o que o servidor usa, não o que o arquivo diz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411480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da verdade: sshd -T (configuração efetiva)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edita o sshd_config: grava um drop-in próprio, com backup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 -t antes do reload; sessões abertas não caem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0" y="3474720"/>
            <a:ext cx="2935224" cy="2286000"/>
          </a:xfrm>
          <a:prstGeom prst="roundRect">
            <a:avLst>
              <a:gd name="adj" fmla="val 3200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9154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saída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4069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67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sucesso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achado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5B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erro de uso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5B6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dependência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real: escrito ≠ efetivo</a:t>
            </a:r>
            <a:endParaRPr lang="en-US" sz="3200" dirty="0"/>
          </a:p>
        </p:txBody>
      </p:sp>
      <p:pic>
        <p:nvPicPr>
          <p:cNvPr id="4" name="Image 0" descr="/home/claude/grupo1-rhel/prints/05-audit-x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6747774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643005"/>
            <a:ext cx="6747774" cy="126521"/>
          </a:xfrm>
          <a:prstGeom prst="rect">
            <a:avLst/>
          </a:prstGeom>
          <a:solidFill>
            <a:srgbClr val="CC0000">
              <a:alpha val="0"/>
            </a:srgbClr>
          </a:solidFill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66928" y="5225000"/>
            <a:ext cx="5803085" cy="278346"/>
          </a:xfrm>
          <a:prstGeom prst="rect">
            <a:avLst/>
          </a:prstGeom>
          <a:solidFill>
            <a:srgbClr val="CC0000">
              <a:alpha val="0"/>
            </a:srgbClr>
          </a:solidFill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66928" y="5705856"/>
            <a:ext cx="6747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 20/09 — o mesmo achado está registrado em 21-audit-antes.txt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022" y="1572768"/>
            <a:ext cx="4033002" cy="1051560"/>
          </a:xfrm>
          <a:prstGeom prst="roundRect">
            <a:avLst>
              <a:gd name="adj" fmla="val 6957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7790190" y="1719072"/>
            <a:ext cx="363066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40"/>
              </a:lnSpc>
              <a:buNone/>
            </a:pPr>
            <a:r>
              <a:rPr lang="en-US" sz="120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grep -rn X11Forwarding …</a:t>
            </a:r>
            <a:endParaRPr lang="en-US" sz="1200" dirty="0"/>
          </a:p>
          <a:p>
            <a:pPr marL="0" indent="0">
              <a:lnSpc>
                <a:spcPts val="1740"/>
              </a:lnSpc>
              <a:buNone/>
            </a:pPr>
            <a:r>
              <a:rPr lang="en-US" sz="1200" dirty="0">
                <a:solidFill>
                  <a:srgbClr val="FFB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…/50-redhat.conf:10: yes</a:t>
            </a:r>
            <a:endParaRPr lang="en-US" sz="1200" dirty="0"/>
          </a:p>
          <a:p>
            <a:pPr marL="0" indent="0">
              <a:lnSpc>
                <a:spcPts val="1740"/>
              </a:lnSpc>
              <a:buNone/>
            </a:pPr>
            <a:r>
              <a:rPr lang="en-US" sz="120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…/99-hardening-grupo1.conf:15: no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022" y="2761488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7726182" y="27614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--audit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0622" y="2761488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X11Forwarding yes · exit 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022" y="3246120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7726182" y="3246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60622" y="3246120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50-redhat.conf é lido antes do 99-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589022" y="3730752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7726182" y="37307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99- → 01-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960622" y="3730752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renomeado · sshd -t · restart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022" y="4215384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7726182" y="4215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--audit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960622" y="4215384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achado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589022" y="4700016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7726182" y="470001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--apply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960622" y="4700016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sshd -t · reload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589022" y="5184648"/>
            <a:ext cx="4033002" cy="411480"/>
          </a:xfrm>
          <a:prstGeom prst="roundRect">
            <a:avLst>
              <a:gd name="adj" fmla="val 17778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 txBox="1"/>
          <p:nvPr/>
        </p:nvSpPr>
        <p:spPr>
          <a:xfrm>
            <a:off x="7726182" y="518464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--apply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960622" y="5184648"/>
            <a:ext cx="2569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novo: idempotente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SCRIPT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ele se encaixa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5096" cy="32918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9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cobre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ssh-audit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Varredura remota de algoritmos e banners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configuração efetiva lida localmente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OpenSCAP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inteiro, perfis CIS e STIG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reversível e granular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hardening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Frota inteira, idempotente por natureza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infraestrutura de automação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ssh-audit-harden.sh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local, correção reversível, autocontido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host por vez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206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41248" y="5120640"/>
            <a:ext cx="10506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 servidor real gerou a v1.1.0 — validada na própria VM em 23/09: porta preservada quando falta --porta e aviso quando outro arquivo tem precedência sobre o drop-in.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77240" cy="7772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/boot fica fora do container LUKS?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41248" y="2148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48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XFS não pode ser criptografado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41248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GRUB precisa ler kernel e initramfs antes de existir qualquer chave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406908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41248" y="4069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069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/boot não contém dados sensíveis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1248" y="5029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UEFI exige partições não criptografadas em todo o disco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6703A"/>
          </a:solidFill>
          <a:ln w="12700">
            <a:solidFill>
              <a:srgbClr val="167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58768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32588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6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cadeia de boot é o limitante: o GRUB carrega kernel e initramfs antes de qualquer chave existir.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XFS pode ser criptografado — está dentro do LUKS em todos os outros volumes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/boot guarda kernel e initramfs; adulterá-los compromete o sistema inteiro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confunde a exigência do ESP em FAT32 com o /boot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475488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41248" y="47548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risco residual do nosso esquema — e nós sabemos qual é.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77240" cy="7772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Aplicamos noexec em /tmp. Qual afirmação está correta?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41248" y="2148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48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código consegue mais ser executado a partir de /tmp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41248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script em /tmp ainda roda via bash /tmp/script.sh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406908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41248" y="4069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069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noexec impede a escrita de arquivos em /tmp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1248" y="5029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noexec só funciona com o SELinux em Permissive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6703A"/>
          </a:solidFill>
          <a:ln w="12700">
            <a:solidFill>
              <a:srgbClr val="167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58768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32588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6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noexec impede executar o arquivo. Quando se invoca o interpretador, quem executa é o bash — e ele tem permissão.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 controle tem limite conhecido; não é bala de prata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escrita é controlada por permissão de diretório, não por noexec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as duas proteções são independentes e somam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475488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41248" y="47548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exatamente o que testamos e documentamos.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77240" cy="7772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 6969 no sshd_config e no firewalld — e o sshd não sobe. Causa provável, com SELinux em Enforcing?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41248" y="2148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48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kernel bloqueia portas acima de 1024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41248" y="31089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3108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não recebeu o rótulo ssh_port_t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" y="406908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41248" y="40690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4069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sshd só aceita portas listadas em /etc/services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8421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1248" y="5029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firewalld precisa ser desativado para portas não padrão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6703A"/>
          </a:solidFill>
          <a:ln w="12700">
            <a:solidFill>
              <a:srgbClr val="167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58768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32588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6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semanage port -a -t ssh_port_t -p tcp 6969 — a negação aparece no ausearch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não existe esse bloqueio de faixa no kernel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/etc/services é apenas um mapa de nomes, não um controle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é a "solução" errada mais aplicada no mundo real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475488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41248" y="47548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Desligar o SELinux para resolver custa −10 pontos neste trabalho.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77240" cy="7772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— ATÉ TRÊS LINHAS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50876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group foi criado ocupando 100% do espaço disponível. Meses depois, /var/log encheu durante um incidente.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decisão de não deixar espaço livre transformou um problema operacional em um problema de resposta a incidente?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578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até três linhas · cobra raciocínio, não memorização de comando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6703A"/>
          </a:solidFill>
          <a:ln w="12700">
            <a:solidFill>
              <a:srgbClr val="167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58768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32588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6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espaço livre no VG, não há como estender /var/log a quente — a saída vira parar serviço ou apagar log.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Apagar log durante um incidente destrói a evidência de que se precisa para investigar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não há snapshot para congelar o estado do sistema antes de mexer nele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livre no VG é controle de disponibilidade E de preservação de evidência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475488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41248" y="47548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1 ponto extensão a quente · 1 ponto perda de evidência · 1 ponto snapshot.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77240" cy="7772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572768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— ATÉ TRÊS LINHAS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50876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servidor usa LVM sobre LUKS com uma única passphrase digitada no console a cada boot.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esse desenho é inadequado para um datacenter com centenas de servidores, e qual alternativa você proporia?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578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até três linhas · cobra raciocínio, não memorização de comando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16703A"/>
          </a:solidFill>
          <a:ln w="12700">
            <a:solidFill>
              <a:srgbClr val="167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566928" y="457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858768" y="457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118872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86968" y="1325880"/>
            <a:ext cx="10415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6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Reinício não assistido é impossível: toda queda de energia vira intervenção humana, servidor a servidor.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escala e não funciona em sítio remoto ou máquina sem console acessível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desbloqueio vinculado à rede (Clevis + Tang / NBDE) ou selamento em TPM2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 só abre dentro do perímetro esperado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4754880"/>
            <a:ext cx="11055096" cy="822960"/>
          </a:xfrm>
          <a:prstGeom prst="roundRect">
            <a:avLst>
              <a:gd name="adj" fmla="val 8889"/>
            </a:avLst>
          </a:prstGeom>
          <a:solidFill>
            <a:srgbClr val="F2F2F3"/>
          </a:solidFill>
          <a:ln w="12700">
            <a:solidFill>
              <a:srgbClr val="F2F2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841248" y="47548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1,5 ponto por que não escala · 1,5 ponto alternativa coerente.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916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é configuração,</a:t>
            </a:r>
            <a:endParaRPr lang="en-US" sz="46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instalação.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661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instalador não aplicou nenhuma opção de montagem e o OpenSSH não veio endurecido.</a:t>
            </a:r>
            <a:endParaRPr lang="en-US" sz="17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testar mostrou o que nenhum guia mostra: configuração escrita não é configuração efetiva.</a:t>
            </a:r>
            <a:endParaRPr lang="en-US" sz="17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está documentado, com evidência, no repositório.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516636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41248" y="516636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github.com/&lt;org&gt;/grupo1-rhel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51663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 Perguntas?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5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· OCULTO NA APRESENTAÇÃO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professor pedir: ao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68096" y="1746504"/>
            <a:ext cx="6547104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 — acesso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6969 nighthawk@192.168.56.103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-p 6969 -o PubkeyAuthentication=no `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-o PreferredAuthentications=password nighthawk@192.168.56.103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 VM — script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S=/usr/local/sbin/ssh-audit-harden.sh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$S --audit ; echo "exit=$?"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$S --apply --porta 6969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$S --apply --porta 6969   # idempotente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8A90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 VM — provas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 ; sudo vgs ; getenforce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4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journalctl -u sshd -n 20 --no-pager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49624" cy="4526280"/>
          </a:xfrm>
          <a:prstGeom prst="roundRect">
            <a:avLst>
              <a:gd name="adj" fmla="val 1900"/>
            </a:avLst>
          </a:prstGeom>
          <a:solidFill>
            <a:srgbClr val="3A2020"/>
          </a:solidFill>
          <a:ln w="12700">
            <a:solidFill>
              <a:srgbClr val="3A2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0010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abrir a VM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22860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o navegador e o Docker: o notebook tem 8 GB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leva a passphrase do LUKS no console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Host-Only: não depende da rede da sala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ssh-add antes, para não digitar a passphrase da chave na frente de todos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travar: volte aos prints — eles são a evidência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· RHEL · CP02 · Sistemas Operacionais Linux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07624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3857</Words>
  <Application>Microsoft Office PowerPoint</Application>
  <PresentationFormat>Widescreen</PresentationFormat>
  <Paragraphs>601</Paragraphs>
  <Slides>35</Slides>
  <Notes>35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Hat Enterprise Linux - CP02</dc:title>
  <dc:subject>PptxGenJS Presentation</dc:subject>
  <dc:creator>Grupo 1 - RHEL</dc:creator>
  <cp:lastModifiedBy>Matheus Silva</cp:lastModifiedBy>
  <cp:revision>1</cp:revision>
  <dcterms:created xsi:type="dcterms:W3CDTF">2026-09-23T21:30:18Z</dcterms:created>
  <dcterms:modified xsi:type="dcterms:W3CDTF">2026-09-23T23:22:34Z</dcterms:modified>
</cp:coreProperties>
</file>